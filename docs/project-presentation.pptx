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Medical Prescription System for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Drug-Drug Interaction</a:t>
            </a:r>
          </a:p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using OCR and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Section 2800-23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Supervisor: Prasanalakshmi Balaji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What problem we are solving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What the system does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Databases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OCR and SQL check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Machine learning part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How to run the project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Limits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F3F"/>
                </a:solidFill>
                <a:latin typeface="Calibri"/>
              </a:rPr>
              <a:t>Norah Saeed Alqahtani</a:t>
            </a:r>
          </a:p>
          <a:p>
            <a:r>
              <a:rPr sz="1300" b="0">
                <a:solidFill>
                  <a:srgbClr val="1A6B7A"/>
                </a:solidFill>
                <a:latin typeface="Calibri"/>
              </a:rPr>
              <a:t>445804256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F3F"/>
                </a:solidFill>
                <a:latin typeface="Calibri"/>
              </a:rPr>
              <a:t>Noura Hamad Hasan</a:t>
            </a:r>
          </a:p>
          <a:p>
            <a:r>
              <a:rPr sz="1300" b="0">
                <a:solidFill>
                  <a:srgbClr val="1A6B7A"/>
                </a:solidFill>
                <a:latin typeface="Calibri"/>
              </a:rPr>
              <a:t>445804642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55448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59" y="201168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F3F"/>
                </a:solidFill>
                <a:latin typeface="Calibri"/>
              </a:rPr>
              <a:t>Rawan Ali Almeshary</a:t>
            </a:r>
          </a:p>
          <a:p>
            <a:r>
              <a:rPr sz="1300" b="0">
                <a:solidFill>
                  <a:srgbClr val="1A6B7A"/>
                </a:solidFill>
                <a:latin typeface="Calibri"/>
              </a:rPr>
              <a:t>445804606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F3F"/>
                </a:solidFill>
                <a:latin typeface="Calibri"/>
              </a:rPr>
              <a:t>Wejdan Bandar</a:t>
            </a:r>
          </a:p>
          <a:p>
            <a:r>
              <a:rPr sz="1300" b="0">
                <a:solidFill>
                  <a:srgbClr val="1A6B7A"/>
                </a:solidFill>
                <a:latin typeface="Calibri"/>
              </a:rPr>
              <a:t>444820762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56616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02336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F2F3F"/>
                </a:solidFill>
                <a:latin typeface="Calibri"/>
              </a:rPr>
              <a:t>Zinah Ibrahem Saeed</a:t>
            </a:r>
          </a:p>
          <a:p>
            <a:r>
              <a:rPr sz="1300" b="0">
                <a:solidFill>
                  <a:srgbClr val="1A6B7A"/>
                </a:solidFill>
                <a:latin typeface="Calibri"/>
              </a:rPr>
              <a:t>445804594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Some patients take more than one medicine.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Some medicine pairs can interact with each other.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Typing all names from a printed paper takes time.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We wanted one page that can check the pharmacy list quickly.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This is only a student demo for the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Project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1. Read medicines from text or from a printed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414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2. Search each medicine in the pharmacy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558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3. Show scientific name, trade names, and side effects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690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02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4. Show known interactions from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80"/>
            <a:ext cx="10972800" cy="77724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846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5. Show an ML risk score for medicine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A6B7A"/>
                </a:solidFill>
                <a:latin typeface="Calibri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Type names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or upload image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or pick a patient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A6B7A"/>
                </a:solidFill>
                <a:latin typeface="Calibri"/>
              </a:rPr>
              <a:t>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7432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OCR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SQL search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ML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A6B7A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7432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Found / missing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Side effects</a:t>
            </a:r>
          </a:p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Interaction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A75"/>
                </a:solidFill>
                <a:latin typeface="Calibri"/>
              </a:rPr>
              <a:t>This is an academic sample. It is not medical advice.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Main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3F"/>
                </a:solidFill>
                <a:latin typeface="Calibri"/>
              </a:rPr>
              <a:t>OCR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Read medicine names from a printed prescription image.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3F"/>
                </a:solidFill>
                <a:latin typeface="Calibri"/>
              </a:rPr>
              <a:t>SQL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Find the medicine in pharmacy.db and show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3F"/>
                </a:solidFill>
                <a:latin typeface="Calibri"/>
              </a:rPr>
              <a:t>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If two or more drugs are found, check the interaction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3F"/>
                </a:solidFill>
                <a:latin typeface="Calibri"/>
              </a:rPr>
              <a:t>ML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Give a risk percent for each pair using TensorFlow.js.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Important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index.html, css/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4447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The website page and style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js/database.js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22199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Open databases and run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39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9923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js/match.js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99231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Split names and start the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79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js/ocr.js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776471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Read the prescription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537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js/ml.js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5371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Train and score the ML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166360"/>
            <a:ext cx="10972800" cy="685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309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js/app.js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330952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Buttons and result 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Databases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3F"/>
                </a:solidFill>
                <a:latin typeface="Calibri"/>
              </a:rPr>
              <a:t>prescriptions.db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PATIENT table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PRESCRIPTION_ITEM table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Used for sample cases on the left 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F2F3F"/>
                </a:solidFill>
                <a:latin typeface="Calibri"/>
              </a:rPr>
              <a:t>pharmacy.db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DRUG table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TRADE_NAME table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SIDE_EFFECT table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INTERACTION table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D3A45"/>
                </a:solidFill>
                <a:latin typeface="Calibri"/>
              </a:rPr>
              <a:t>Also used as labels for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How the user uses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40080" cy="640080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71600"/>
            <a:ext cx="9601200" cy="64008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Start the local server and open the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640080" cy="640080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2240280"/>
            <a:ext cx="9601200" cy="64008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377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Pick a patient or type medicine names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640080" cy="640080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108960"/>
            <a:ext cx="9601200" cy="64008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2461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Or upload a printed prescription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77639"/>
            <a:ext cx="640080" cy="640080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799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3977639"/>
            <a:ext cx="9601200" cy="64008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11479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Press Check against pharmacy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640080" cy="640080"/>
          </a:xfrm>
          <a:prstGeom prst="round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4846320"/>
            <a:ext cx="9601200" cy="640080"/>
          </a:xfrm>
          <a:prstGeom prst="roundRect">
            <a:avLst>
              <a:gd name="adj" fmla="val 8000"/>
            </a:avLst>
          </a:prstGeom>
          <a:solidFill>
            <a:srgbClr val="F0F5F7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49834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D3A45"/>
                </a:solidFill>
                <a:latin typeface="Calibri"/>
              </a:rPr>
              <a:t>Read the SQL result and the ML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We use Tesseract.js to read English text from the image.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user uploads the picture on the page.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program looks for medicine names from our pharmacy list.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Found names are put in the text box.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Then the normal check can run.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Sample file: samples/sample-prescription.png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SQL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Split the text by comma or new line.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Search scientific name or trade name in pharmacy.db.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If found: show trade names and side effects.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If two or more drugs are found: search the interaction table.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If not found: show not available.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SQL is the main exact check. ML is only extra.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We use TensorFlow.js in the browser.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model trains one time when the page opens.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Each drug has simple features in js/ml-features.js.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Training labels come from the interaction table.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output is a risk percent for each pair.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It is a small demo only, not a real medical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ML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drug list is small.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There are not many positive interaction examples.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accuracy shown is from training data.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New drugs need features before ML can score them.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We still trust SQL more for known pairs.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medical_prescription_dataset.csv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Sample patients and medicines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drug_drug_interactions.csv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Known interaction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pharmacy_catalog.csv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Scientific and trade names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6B7A"/>
                </a:solidFill>
                <a:latin typeface="Calibri"/>
              </a:rPr>
              <a:t>drug_side_effects.csv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Side effects for our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How to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6576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03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Open terminal in the project folder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Run: python3 -m http.server 8000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Open: http://localhost:8000/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Try a sample patient or upload the sample image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Optional: python3 sql/build_from_sources.py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Tools we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F3F"/>
                </a:solidFill>
                <a:latin typeface="Calibri"/>
              </a:rPr>
              <a:t>HTML / CSS / 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Website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F3F"/>
                </a:solidFill>
                <a:latin typeface="Calibri"/>
              </a:rPr>
              <a:t>SQLite + sql.js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Databases in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55448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9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F3F"/>
                </a:solidFill>
                <a:latin typeface="Calibri"/>
              </a:rPr>
              <a:t>Tesseract.js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9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OCR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F3F"/>
                </a:solidFill>
                <a:latin typeface="Calibri"/>
              </a:rPr>
              <a:t>TensorFlow.js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ML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F3F"/>
                </a:solidFill>
                <a:latin typeface="Calibri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548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Build DB from 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749039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E6F0F3"/>
          </a:solidFill>
          <a:ln>
            <a:solidFill>
              <a:srgbClr val="C5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4160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2F3F"/>
                </a:solidFill>
                <a:latin typeface="Calibri"/>
              </a:rPr>
              <a:t>DB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47548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2D3A45"/>
                </a:solidFill>
                <a:latin typeface="Calibri"/>
              </a:rPr>
              <a:t>View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Small data sample only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Simple name matching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OCR depends on image quality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ML score is only a rough estimate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Not for real pharmacy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F2F3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We made a browser page that checks a prescription.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SQL finds medicines, side effects, and known interactions.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OCR helps when the prescription is a printed image.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ML gives an extra risk score for pairs.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D3A45"/>
                </a:solidFill>
                <a:latin typeface="Calibri"/>
              </a:rPr>
              <a:t>The project is for learning and course work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94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5"/>
                </a:solidFill>
                <a:latin typeface="Calibri"/>
              </a:rPr>
              <a:t>Section 2800-23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294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A75"/>
                </a:solidFill>
                <a:latin typeface="Calibr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8D4DB"/>
                </a:solidFill>
                <a:latin typeface="Calibri"/>
              </a:rPr>
              <a:t>Any questions?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8D4DB"/>
                </a:solidFill>
                <a:latin typeface="Calibri"/>
              </a:rPr>
              <a:t>Section 2800-23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B8D4DB"/>
                </a:solidFill>
                <a:latin typeface="Calibri"/>
              </a:rPr>
              <a:t>Supervisor: Prasanalakshmi Balaji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Prescription System</dc:title>
  <dc:creator>Wejdan Bandar</dc:creator>
  <cp:lastModifiedBy>Wejdan Bandar</cp:lastModifiedBy>
  <dcterms:created xsi:type="dcterms:W3CDTF">2026-09-24T17:45:47Z</dcterms:created>
  <dcterms:modified xsi:type="dcterms:W3CDTF">2026-09-24T17:45:47Z</dcterms:modified>
</cp:coreProperties>
</file>